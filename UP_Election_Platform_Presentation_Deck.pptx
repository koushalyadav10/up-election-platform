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C62828"/>
                </a:solidFill>
              </a:defRPr>
            </a:pPr>
            <a:r>
              <a:t>CONFIDENTIAL &amp;bull; STRATEGIC BRIEFING</a:t>
            </a:r>
          </a:p>
          <a:p>
            <a:pPr>
              <a:defRPr sz="2100" b="1">
                <a:solidFill>
                  <a:srgbClr val="1E293B"/>
                </a:solidFill>
              </a:defRPr>
            </a:pPr>
            <a:r>
              <a:t>UP ELECTORAL INTELLIGENCE &amp; WAR ROOM PLATFORM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Complete Architectural Guide, Feature Directory &amp; Mission 2027 Playbook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37160" cy="3931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Platform Overview &amp; Scale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Unified digital war room for Uttar Pradesh 2027 Vidhan Sabha election.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Integrates 33+ years of certified ECI voting archives (1991–2024).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Covers all 403 Vidhan Sabha and 80 Lok Sabha constituencies.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Includes ground intelligence across all 75 districts and hyper-local caste matrix.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Live production deployment on AWS EC2: http://15.207.14.41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728655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62828"/>
                </a:solidFill>
              </a:defRPr>
            </a:pPr>
            <a:r>
              <a:t>★ KEY STRATEGIC TAKEAWAY: Certified ECI Data + 75 Districts Ground Intel + Chunavee Chanakya AI in One Single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UP Electoral Intelligence Platform (15.207.14.41) &amp;bull; Mission 2027 &amp;bull;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C62828"/>
                </a:solidFill>
              </a:defRPr>
            </a:pPr>
            <a:r>
              <a:t>COMPETITIVE ADVANTAGE</a:t>
            </a:r>
          </a:p>
          <a:p>
            <a:pPr>
              <a:defRPr sz="2100" b="1">
                <a:solidFill>
                  <a:srgbClr val="1E293B"/>
                </a:solidFill>
              </a:defRPr>
            </a:pPr>
            <a:r>
              <a:t>Does Anything Like This Exist Anywhere Else?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Competitive Differentiation vs. ECI, News Portals &amp; Corporate Agencies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37160" cy="3931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Why This Platform is Completely Unprecedented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ECI Portal: Scanned, static PDFs months after elections. Zero mobile usability or trends.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TV Media (NDTV, India Today): Flash tallies on counting day only, then disappears.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Corporate Agencies (I-PAC, Jarvis): Charge ₹15–50 Crores for closed executive silos.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This Platform: Democratizes elite political intelligence for leaders, candidates &amp; cadre.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Zero black-box secrecy: Every worker, candidate &amp; spokesperson holds certified 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728655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62828"/>
                </a:solidFill>
              </a:defRPr>
            </a:pPr>
            <a:r>
              <a:t>★ KEY STRATEGIC TAKEAWAY: First-ever unified, worker-accessible war room platform in Indian political history.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UP Electoral Intelligence Platform (15.207.14.41) &amp;bull; Mission 2027 &amp;bull;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C62828"/>
                </a:solidFill>
              </a:defRPr>
            </a:pPr>
            <a:r>
              <a:t>TECHNOLOGY DEEP DIVE</a:t>
            </a:r>
          </a:p>
          <a:p>
            <a:pPr>
              <a:defRPr sz="2100" b="1">
                <a:solidFill>
                  <a:srgbClr val="1E293B"/>
                </a:solidFill>
              </a:defRPr>
            </a:pPr>
            <a:r>
              <a:t>System Architecture &amp; Engineering Stack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How the Platform Operates Under the Hood with Sub-50ms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37160" cy="3931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Core Technical Components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Frontend: React 19 + TypeScript + Vite 8 for instant client-side performance.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GIS Map: Leaflet interactive engine with 403 AC and 80 PC boundary GeoJSON layers.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Backend: FastAPI (Python 3.12) with asynchronous multi-threaded Uvicorn server.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Database: SQLite relational warehouse (up_election.db) with multi-election indexing.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Demographics: JSON analytical engines for instant 75-district caste PDA math.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Hosting: AWS EC2 Ubuntu cloud server with Systemd background daemon.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728655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62828"/>
                </a:solidFill>
              </a:defRPr>
            </a:pPr>
            <a:r>
              <a:t>★ KEY STRATEGIC TAKEAWAY: Sub-50ms query response time across 33 years of voting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UP Electoral Intelligence Platform (15.207.14.41) &amp;bull; Mission 2027 &amp;bull;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C62828"/>
                </a:solidFill>
              </a:defRPr>
            </a:pPr>
            <a:r>
              <a:t>CORE MODULE &amp;bull; /?tab=overview</a:t>
            </a:r>
          </a:p>
          <a:p>
            <a:pPr>
              <a:defRPr sz="2100" b="1">
                <a:solidFill>
                  <a:srgbClr val="1E293B"/>
                </a:solidFill>
              </a:defRPr>
            </a:pPr>
            <a:r>
              <a:t>Module 1: Macro Overview &amp; Coalition Simulator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Bird's-Eye Strategic Intelligence on UP's 15.3 Crore Electorate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37160" cy="3931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Capabilities &amp; Practical Use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Macro Metrics: 403 ACs, 80 PCs, 75 Districts, 15.3 Crore certified voters.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2024 Parliamentary Baseline: SP (37) + INC (6) = INDIA 43 vs BJP 33 in UP.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Live Swing Simulator: Adjust vote shift sliders to simulate voter migration.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Simulate BSP Vote Transfer (+2% to +8%) to immediately see seat flips.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Youth &amp; Farm Turnout Modeling: Forecast impact of rural vs urban mobilization.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728655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62828"/>
                </a:solidFill>
              </a:defRPr>
            </a:pPr>
            <a:r>
              <a:t>★ KEY STRATEGIC TAKEAWAY: Identify how many seats flip with just a 2% or 4% vote shift in our favor.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UP Electoral Intelligence Platform (15.207.14.41) &amp;bull; Mission 2027 &amp;bull;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C62828"/>
                </a:solidFill>
              </a:defRPr>
            </a:pPr>
            <a:r>
              <a:t>CORE MODULE &amp;bull; /?tab=map</a:t>
            </a:r>
          </a:p>
          <a:p>
            <a:pPr>
              <a:defRPr sz="2100" b="1">
                <a:solidFill>
                  <a:srgbClr val="1E293B"/>
                </a:solidFill>
              </a:defRPr>
            </a:pPr>
            <a:r>
              <a:t>Module 2: Interactive GIS Electoral Map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Geospatial Visualizer Mapping Victory Layers Across All 403 ACs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37160" cy="3931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Key Features &amp; Field Applications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Boundary Switcher: Toggle between 403 Vidhan Sabha and 80 Lok Sabha boundaries.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Multi-Election Layer: Inspect color-coded party victories across 2024, 2022, 2017, 2012.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Instant AC Drilldown: Click any assembly shape to view winner, margin &amp; runner-up.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Regional Cluster Mapping: Visualize Western UP, Purvanchal, Awadh &amp; Bundelkhand.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Mobile Touch-Optimized: Field workers can inspect their constituency boundaries on phones.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728655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62828"/>
                </a:solidFill>
              </a:defRPr>
            </a:pPr>
            <a:r>
              <a:t>★ KEY STRATEGIC TAKEAWAY: Visually tracks regional waves and reveals where opposition margins are thinnest.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UP Electoral Intelligence Platform (15.207.14.41) &amp;bull; Mission 2027 &amp;bull;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C62828"/>
                </a:solidFill>
              </a:defRPr>
            </a:pPr>
            <a:r>
              <a:t>CORE MODULE &amp;bull; /?tab=vidhan-sabha</a:t>
            </a:r>
          </a:p>
          <a:p>
            <a:pPr>
              <a:defRPr sz="2100" b="1">
                <a:solidFill>
                  <a:srgbClr val="1E293B"/>
                </a:solidFill>
              </a:defRPr>
            </a:pPr>
            <a:r>
              <a:t>Module 3: Vidhan Sabha 403 Explorer &amp; Historic Power Shift Card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Complete AC Encyclopedia &amp; Historical Assembly vs Lok Sabha Correlation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37160" cy="3931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Assembly vs Lok Sabha Cycles (2007–2024) &amp; 2027 Forecast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2007 BSP Win (206) ➔ 2009 LS: SP 23, INC 21, BSP 20 (Ruling party lost momentum).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2012 SP Win (224) ➔ 2014 LS: BJP 73, SP reduced to 5 family seats during Modi wave.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2017 BJP Win (325) ➔ 2019 LS: BJP held 64 seats against SP-BSP alliance.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2022 BJP Win (273) ➔ 2024 LS: SP 37 + INC 6 = INDIA 43 (Historic UP reversal).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2027 Forecast: In 2024, INDIA led in 238 of 403 ACs. Projected 2027: SP/INDIA 225–245 Seats.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728655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62828"/>
                </a:solidFill>
              </a:defRPr>
            </a:pPr>
            <a:r>
              <a:t>★ KEY STRATEGIC TAKEAWAY: Positioned at the top of the Vidhan Sabha page for instant strategic clarity.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UP Electoral Intelligence Platform (15.207.14.41) &amp;bull; Mission 2027 &amp;bull;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C62828"/>
                </a:solidFill>
              </a:defRPr>
            </a:pPr>
            <a:r>
              <a:t>CORE MODULE &amp;bull; /?tab=districts</a:t>
            </a:r>
          </a:p>
          <a:p>
            <a:pPr>
              <a:defRPr sz="2100" b="1">
                <a:solidFill>
                  <a:srgbClr val="1E293B"/>
                </a:solidFill>
              </a:defRPr>
            </a:pPr>
            <a:r>
              <a:t>Module 4: 75 Districts Ground Intelligence &amp; War Room Dossiers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Hyper-Local Scandals, MLA Disconnect &amp; 1-Click VIP Rally Briefings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37160" cy="3931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District Dossier Capabilities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75 Districts Covered: Hyper-local ground research for every single district.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Viral Scandals: Uncovers paper leaks, hospital negligence, and corruption by district.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Incumbent MLA Disconnect: Identifies local grievances against ruling party MLAs.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1-Click VIP Rally Dossier: Formats 4-page briefing for leaders traveling to that district.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1-Click Poster Studio: Instantly generates social media graphics for WhatsApp &amp; Twitter.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728655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62828"/>
                </a:solidFill>
              </a:defRPr>
            </a:pPr>
            <a:r>
              <a:t>★ KEY STRATEGIC TAKEAWAY: Empowers star campaigners to speak on local tehsils, rivers &amp; scams with zero prep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UP Electoral Intelligence Platform (15.207.14.41) &amp;bull; Mission 2027 &amp;bull;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C62828"/>
                </a:solidFill>
              </a:defRPr>
            </a:pPr>
            <a:r>
              <a:t>CORE MODULE &amp;bull; /?tab=caste-equations</a:t>
            </a:r>
          </a:p>
          <a:p>
            <a:pPr>
              <a:defRPr sz="2100" b="1">
                <a:solidFill>
                  <a:srgbClr val="1E293B"/>
                </a:solidFill>
              </a:defRPr>
            </a:pPr>
            <a:r>
              <a:t>Module 5: Caste Demographics &amp; PDA Social Engineering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Mathematical Formulation of the 85%+ Social Justice Coalition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37160" cy="3931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Demographic Architecture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Granular Caste Breakdowns: Kurmi, Yadav, Maurya, Nishad, Rajbhar, Lodh, Dalit, Muslim.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PDA Potential Index: Quantifies total social justice base across all 75 districts.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Respectful Terminology: Scrubbed of colonial labels; uses dignified terminology.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Caste Swing Simulator: Simulate what happens if a specific sub-caste shifts by 5%.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Booth-Level Coalition: Pairs 1 OBC and 1 Dalit worker at every single polling booth.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728655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62828"/>
                </a:solidFill>
              </a:defRPr>
            </a:pPr>
            <a:r>
              <a:t>★ KEY STRATEGIC TAKEAWAY: Transforms PDA from a political slogan into an exact mathematical victory formula.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UP Electoral Intelligence Platform (15.207.14.41) &amp;bull; Mission 2027 &amp;bull;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C62828"/>
                </a:solidFill>
              </a:defRPr>
            </a:pPr>
            <a:r>
              <a:t>CORE MODULE &amp;bull; /?tab=road-to-2027</a:t>
            </a:r>
          </a:p>
          <a:p>
            <a:pPr>
              <a:defRPr sz="2100" b="1">
                <a:solidFill>
                  <a:srgbClr val="1E293B"/>
                </a:solidFill>
              </a:defRPr>
            </a:pPr>
            <a:r>
              <a:t>Module 6: Road to 2027 &amp; Target Seat Categorization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Converting Data into a Tactical Roadmap to Surpass the 202-Seat Mark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37160" cy="3931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Three-Tier Priority Architecture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Priority A (Defend &amp; Retain): Secure existing 2022 strongholds with booth audits.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Priority B (The Flip List): 48 seats where BJP won in 2022 by less than 5,000 votes.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Priority C (Breakthrough): Rural &amp; urban seats where 2024 Lok Sabha leads proved massive shift.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Turnout Optimization: Blueprint for boosting afternoon voting in minority and OBC areas.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Majority Goal: 202 seats required; platform models pathway to 225–245 seats.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728655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62828"/>
                </a:solidFill>
              </a:defRPr>
            </a:pPr>
            <a:r>
              <a:t>★ KEY STRATEGIC TAKEAWAY: Winning just 35 of the 48 Priority B flip seats guarantees an absolute majority.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UP Electoral Intelligence Platform (15.207.14.41) &amp;bull; Mission 2027 &amp;bull;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C62828"/>
                </a:solidFill>
              </a:defRPr>
            </a:pPr>
            <a:r>
              <a:t>AI ENGINE &amp;bull; FLOATING BOT DOCK</a:t>
            </a:r>
          </a:p>
          <a:p>
            <a:pPr>
              <a:defRPr sz="2100" b="1">
                <a:solidFill>
                  <a:srgbClr val="1E293B"/>
                </a:solidFill>
              </a:defRPr>
            </a:pPr>
            <a:r>
              <a:t>Module 7: चुनावी चाणक्य AI (Voice-Enabled War Room Advisor)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Domain-Tuned AI Political Strategist with Speech-to-Text &amp; Text-to-Speech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37160" cy="3931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AI Capabilities &amp; Multi-Modal Voice Interaction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Multi-Lingual Engine: Understands queries in Hindi, English, and Hinglish.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Real-Time Speech-to-Text: Spoken words appear in the text box live as you talk.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Oratorical Text-to-Speech: Preloaded Hindi voices speak out campaign strategies clearly.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Clean Typography: Stripped of raw asterisks (**); formatted in bold gold, badges &amp; quotes.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Instant Attack Dossiers: Ask 'Gorakhpur ke ghotale' or 'Ayodhya bhashan' for instant answers.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728655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62828"/>
                </a:solidFill>
              </a:defRPr>
            </a:pPr>
            <a:r>
              <a:t>★ KEY STRATEGIC TAKEAWAY: A personal campaign strategist in the pocket of every party candidate and leader.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UP Electoral Intelligence Platform (15.207.14.41) &amp;bull; Mission 2027 &amp;bull;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C62828"/>
                </a:solidFill>
              </a:defRPr>
            </a:pPr>
            <a:r>
              <a:t>FIELD PLAYBOOK</a:t>
            </a:r>
          </a:p>
          <a:p>
            <a:pPr>
              <a:defRPr sz="2100" b="1">
                <a:solidFill>
                  <a:srgbClr val="1E293B"/>
                </a:solidFill>
              </a:defRPr>
            </a:pPr>
            <a:r>
              <a:t>Operational Playbook by Campaign Role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How the Unified Platform Powers the Entire Party Hierarchy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37160" cy="3931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Role-Specific Execution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Party Leadership: Review district dossier 15 mins before landing at a rally ground.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MLA Candidates: Identify the 20 swing booths that decide victory or defeat.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TV Spokespersons: Counter opposition claims with certified ECI numbers in 5 seconds.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Digital War Room: Deploy localized scandal infographics daily across WhatsApp groups.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Booth Level Agents (BLAs): Armed with verifiable facts to debunk rumors on voting 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728655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62828"/>
                </a:solidFill>
              </a:defRPr>
            </a:pPr>
            <a:r>
              <a:t>★ KEY STRATEGIC TAKEAWAY: Unified data alignment guarantees that the party speaks with one powerful, factual voice.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UP Electoral Intelligence Platform (15.207.14.41) &amp;bull; Mission 2027 &amp;bull;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C62828"/>
                </a:solidFill>
              </a:defRPr>
            </a:pPr>
            <a:r>
              <a:t>STRATEGIC SUMMARY</a:t>
            </a:r>
          </a:p>
          <a:p>
            <a:pPr>
              <a:defRPr sz="2100" b="1">
                <a:solidFill>
                  <a:srgbClr val="1E293B"/>
                </a:solidFill>
              </a:defRPr>
            </a:pPr>
            <a:r>
              <a:t>Mission UP 2027: The Data-Driven Path to Victory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Why Discipline, Certified Data &amp; Ground Truth Ensure Complete Dominance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37160" cy="3931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B5E20"/>
                </a:solidFill>
              </a:defRPr>
            </a:pPr>
            <a:r>
              <a:t>Key Takeaways for Leadership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Historical Precedent: When Lok Sabha flips in UP, the following Vidhan Sabha follows.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2024 Reversal: INDIA alliance won 43 of 80 Lok Sabha seats, leading in 238 assembly segments.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Anti-Incumbency Focus: 75 district dossiers pinpoint exact local MLA failures.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PDA Coalition: 85%+ demographic base mathematically unified across every district.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Next Steps: Train district presidents, IT cell coordinators, and candidates on the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728655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62828"/>
                </a:solidFill>
              </a:defRPr>
            </a:pPr>
            <a:r>
              <a:t>★ KEY STRATEGIC TAKEAWAY: DATA FIRST. EVIDENCE FIRST. AI NEVER INVENTS FACTS. MISSION 2027 VICTORY.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UP Electoral Intelligence Platform (15.207.14.41) &amp;bull; Mission 2027 &amp;bull;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